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9338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457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169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9036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840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8312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6899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3236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0129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0254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840183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7951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332710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1689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1712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683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794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 dirty="0" err="1"/>
              <a:t>Valoración</a:t>
            </a:r>
            <a:r>
              <a:rPr b="1" dirty="0"/>
              <a:t> y </a:t>
            </a:r>
            <a:r>
              <a:rPr lang="es-ES" b="1" dirty="0"/>
              <a:t>d</a:t>
            </a:r>
            <a:r>
              <a:rPr b="1" dirty="0" err="1"/>
              <a:t>isposición</a:t>
            </a:r>
            <a:r>
              <a:rPr b="1" dirty="0"/>
              <a:t> </a:t>
            </a:r>
            <a:r>
              <a:rPr lang="es-ES" b="1" dirty="0"/>
              <a:t>f</a:t>
            </a:r>
            <a:r>
              <a:rPr b="1" dirty="0" err="1"/>
              <a:t>inal</a:t>
            </a:r>
            <a:r>
              <a:rPr b="1" dirty="0"/>
              <a:t> de </a:t>
            </a:r>
            <a:r>
              <a:rPr b="1" dirty="0" err="1"/>
              <a:t>los</a:t>
            </a:r>
            <a:r>
              <a:rPr b="1" dirty="0"/>
              <a:t> </a:t>
            </a:r>
            <a:r>
              <a:rPr lang="es-ES" b="1" dirty="0"/>
              <a:t>d</a:t>
            </a:r>
            <a:r>
              <a:rPr b="1" dirty="0" err="1"/>
              <a:t>ocumentos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2000" b="1" dirty="0"/>
              <a:t>Objetivos</a:t>
            </a:r>
            <a:endParaRPr sz="2000" b="1" dirty="0"/>
          </a:p>
          <a:p>
            <a:r>
              <a:rPr lang="es-ES" sz="2000" b="1" dirty="0"/>
              <a:t>Documentos </a:t>
            </a:r>
          </a:p>
          <a:p>
            <a:pPr lvl="1"/>
            <a:r>
              <a:rPr lang="es-ES" sz="1800" b="1" dirty="0"/>
              <a:t>Contrato laboral</a:t>
            </a:r>
          </a:p>
          <a:p>
            <a:pPr lvl="1"/>
            <a:r>
              <a:rPr lang="es-ES" sz="1800" b="1" dirty="0"/>
              <a:t>Factura</a:t>
            </a:r>
          </a:p>
          <a:p>
            <a:pPr lvl="1"/>
            <a:r>
              <a:rPr lang="es-ES" sz="1800" b="1" dirty="0"/>
              <a:t>Acta de reunión</a:t>
            </a:r>
          </a:p>
          <a:p>
            <a:pPr lvl="1"/>
            <a:r>
              <a:rPr lang="es-ES" sz="1800" b="1" dirty="0"/>
              <a:t>Memorando interno</a:t>
            </a:r>
          </a:p>
          <a:p>
            <a:pPr lvl="1"/>
            <a:r>
              <a:rPr lang="es-ES" sz="1800" b="1" dirty="0"/>
              <a:t>Historia laboral</a:t>
            </a:r>
          </a:p>
          <a:p>
            <a:pPr lvl="1"/>
            <a:r>
              <a:rPr lang="es-ES" sz="1800" b="1" dirty="0"/>
              <a:t>Informe financiero</a:t>
            </a:r>
            <a:endParaRPr sz="1800" b="1" dirty="0"/>
          </a:p>
          <a:p>
            <a:r>
              <a:rPr lang="es-ES" sz="2000" b="1" dirty="0"/>
              <a:t>Conclusión</a:t>
            </a:r>
            <a:endParaRPr sz="20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500" dirty="0" err="1"/>
              <a:t>Explicar</a:t>
            </a:r>
            <a:r>
              <a:rPr sz="2500" dirty="0"/>
              <a:t> la </a:t>
            </a:r>
            <a:r>
              <a:rPr sz="2500" dirty="0" err="1"/>
              <a:t>valoración</a:t>
            </a:r>
            <a:r>
              <a:rPr sz="2500" dirty="0"/>
              <a:t> y la </a:t>
            </a:r>
            <a:r>
              <a:rPr sz="2500" dirty="0" err="1"/>
              <a:t>disposición</a:t>
            </a:r>
            <a:r>
              <a:rPr sz="2500" dirty="0"/>
              <a:t> final de seis </a:t>
            </a:r>
            <a:r>
              <a:rPr sz="2500" dirty="0" err="1"/>
              <a:t>documentos</a:t>
            </a:r>
            <a:r>
              <a:rPr sz="2500" dirty="0"/>
              <a:t> de </a:t>
            </a:r>
            <a:r>
              <a:rPr sz="2500" dirty="0" err="1"/>
              <a:t>diferente</a:t>
            </a:r>
            <a:r>
              <a:rPr sz="2500" dirty="0"/>
              <a:t> </a:t>
            </a:r>
            <a:r>
              <a:rPr sz="2500" dirty="0" err="1"/>
              <a:t>tipo</a:t>
            </a:r>
            <a:r>
              <a:rPr sz="2500" dirty="0"/>
              <a:t>, </a:t>
            </a:r>
            <a:r>
              <a:rPr sz="2500" dirty="0" err="1"/>
              <a:t>según</a:t>
            </a:r>
            <a:r>
              <a:rPr sz="2500" dirty="0"/>
              <a:t> </a:t>
            </a:r>
            <a:r>
              <a:rPr sz="2500" dirty="0" err="1"/>
              <a:t>su</a:t>
            </a:r>
            <a:r>
              <a:rPr sz="2500" dirty="0"/>
              <a:t> </a:t>
            </a:r>
            <a:r>
              <a:rPr sz="2500" dirty="0" err="1"/>
              <a:t>función</a:t>
            </a:r>
            <a:r>
              <a:rPr sz="2500" dirty="0"/>
              <a:t>, valor y </a:t>
            </a:r>
            <a:r>
              <a:rPr sz="2500" dirty="0" err="1"/>
              <a:t>ciclo</a:t>
            </a:r>
            <a:r>
              <a:rPr sz="2500" dirty="0"/>
              <a:t> vital.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Contrato laboral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500" dirty="0" err="1"/>
              <a:t>Valoración</a:t>
            </a:r>
            <a:r>
              <a:rPr sz="2500" dirty="0"/>
              <a:t>: Legal, </a:t>
            </a:r>
            <a:r>
              <a:rPr sz="2500" dirty="0" err="1"/>
              <a:t>administrativa</a:t>
            </a:r>
            <a:r>
              <a:rPr sz="2500" dirty="0"/>
              <a:t> e </a:t>
            </a:r>
            <a:r>
              <a:rPr sz="2500" dirty="0" err="1"/>
              <a:t>histórica</a:t>
            </a:r>
            <a:r>
              <a:rPr sz="2500" dirty="0"/>
              <a:t>.</a:t>
            </a:r>
          </a:p>
          <a:p>
            <a:r>
              <a:rPr sz="2500" dirty="0" err="1"/>
              <a:t>Justificación</a:t>
            </a:r>
            <a:r>
              <a:rPr sz="2500" dirty="0"/>
              <a:t>: </a:t>
            </a:r>
            <a:r>
              <a:rPr sz="2500" dirty="0" err="1"/>
              <a:t>Sirve</a:t>
            </a:r>
            <a:r>
              <a:rPr sz="2500" dirty="0"/>
              <a:t> </a:t>
            </a:r>
            <a:r>
              <a:rPr sz="2500" dirty="0" err="1"/>
              <a:t>como</a:t>
            </a:r>
            <a:r>
              <a:rPr sz="2500" dirty="0"/>
              <a:t> </a:t>
            </a:r>
            <a:r>
              <a:rPr sz="2500" dirty="0" err="1"/>
              <a:t>prueba</a:t>
            </a:r>
            <a:r>
              <a:rPr sz="2500" dirty="0"/>
              <a:t> </a:t>
            </a:r>
            <a:r>
              <a:rPr sz="2500" dirty="0" err="1"/>
              <a:t>jurídica</a:t>
            </a:r>
            <a:r>
              <a:rPr sz="2500" dirty="0"/>
              <a:t> de la </a:t>
            </a:r>
            <a:r>
              <a:rPr sz="2500" dirty="0" err="1"/>
              <a:t>relación</a:t>
            </a:r>
            <a:r>
              <a:rPr sz="2500" dirty="0"/>
              <a:t> </a:t>
            </a:r>
            <a:r>
              <a:rPr sz="2500" dirty="0" err="1"/>
              <a:t>laboral</a:t>
            </a:r>
            <a:r>
              <a:rPr sz="2500" dirty="0"/>
              <a:t>.</a:t>
            </a:r>
          </a:p>
          <a:p>
            <a:r>
              <a:rPr sz="2500" dirty="0" err="1"/>
              <a:t>Disposición</a:t>
            </a:r>
            <a:r>
              <a:rPr sz="2500" dirty="0"/>
              <a:t> final: </a:t>
            </a:r>
            <a:r>
              <a:rPr sz="2500" dirty="0" err="1"/>
              <a:t>Conservación</a:t>
            </a:r>
            <a:r>
              <a:rPr sz="2500" dirty="0"/>
              <a:t> total.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Factura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500" dirty="0" err="1"/>
              <a:t>Valoración</a:t>
            </a:r>
            <a:r>
              <a:rPr sz="2500" dirty="0"/>
              <a:t>: Fiscal, </a:t>
            </a:r>
            <a:r>
              <a:rPr sz="2500" dirty="0" err="1"/>
              <a:t>contable</a:t>
            </a:r>
            <a:r>
              <a:rPr sz="2500" dirty="0"/>
              <a:t> y legal.</a:t>
            </a:r>
          </a:p>
          <a:p>
            <a:r>
              <a:rPr sz="2500" dirty="0" err="1"/>
              <a:t>Justificación</a:t>
            </a:r>
            <a:r>
              <a:rPr sz="2500" dirty="0"/>
              <a:t>: </a:t>
            </a:r>
            <a:r>
              <a:rPr sz="2500" dirty="0" err="1"/>
              <a:t>Soporta</a:t>
            </a:r>
            <a:r>
              <a:rPr sz="2500" dirty="0"/>
              <a:t> </a:t>
            </a:r>
            <a:r>
              <a:rPr sz="2500" dirty="0" err="1"/>
              <a:t>operaciones</a:t>
            </a:r>
            <a:r>
              <a:rPr sz="2500" dirty="0"/>
              <a:t> </a:t>
            </a:r>
            <a:r>
              <a:rPr sz="2500" dirty="0" err="1"/>
              <a:t>financieras</a:t>
            </a:r>
            <a:r>
              <a:rPr sz="2500" dirty="0"/>
              <a:t> y </a:t>
            </a:r>
            <a:r>
              <a:rPr sz="2500" dirty="0" err="1"/>
              <a:t>tributarias</a:t>
            </a:r>
            <a:r>
              <a:rPr sz="2500" dirty="0"/>
              <a:t>.</a:t>
            </a:r>
          </a:p>
          <a:p>
            <a:r>
              <a:rPr sz="2500" dirty="0" err="1"/>
              <a:t>Disposición</a:t>
            </a:r>
            <a:r>
              <a:rPr sz="2500" dirty="0"/>
              <a:t> final: </a:t>
            </a:r>
            <a:r>
              <a:rPr sz="2500" dirty="0" err="1"/>
              <a:t>Eliminación</a:t>
            </a:r>
            <a:r>
              <a:rPr sz="2500" dirty="0"/>
              <a:t> </a:t>
            </a:r>
            <a:r>
              <a:rPr sz="2500" dirty="0" err="1"/>
              <a:t>después</a:t>
            </a:r>
            <a:r>
              <a:rPr sz="2500" dirty="0"/>
              <a:t> del </a:t>
            </a:r>
            <a:r>
              <a:rPr sz="2500" dirty="0" err="1"/>
              <a:t>tiempo</a:t>
            </a:r>
            <a:r>
              <a:rPr sz="2500" dirty="0"/>
              <a:t> legal </a:t>
            </a:r>
            <a:r>
              <a:rPr sz="2500" dirty="0" err="1"/>
              <a:t>establecido</a:t>
            </a:r>
            <a:r>
              <a:rPr sz="2500" dirty="0"/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Acta de reunión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500" dirty="0" err="1"/>
              <a:t>Valoración</a:t>
            </a:r>
            <a:r>
              <a:rPr sz="2500" dirty="0"/>
              <a:t>: </a:t>
            </a:r>
            <a:r>
              <a:rPr sz="2500" dirty="0" err="1"/>
              <a:t>Administrativa</a:t>
            </a:r>
            <a:r>
              <a:rPr sz="2500" dirty="0"/>
              <a:t> e </a:t>
            </a:r>
            <a:r>
              <a:rPr sz="2500" dirty="0" err="1"/>
              <a:t>histórica</a:t>
            </a:r>
            <a:r>
              <a:rPr sz="2500" dirty="0"/>
              <a:t>.</a:t>
            </a:r>
          </a:p>
          <a:p>
            <a:r>
              <a:rPr sz="2500" dirty="0" err="1"/>
              <a:t>Justificación</a:t>
            </a:r>
            <a:r>
              <a:rPr sz="2500" dirty="0"/>
              <a:t>: </a:t>
            </a:r>
            <a:r>
              <a:rPr sz="2500" dirty="0" err="1"/>
              <a:t>Evidencia</a:t>
            </a:r>
            <a:r>
              <a:rPr sz="2500" dirty="0"/>
              <a:t> </a:t>
            </a:r>
            <a:r>
              <a:rPr sz="2500" dirty="0" err="1"/>
              <a:t>decisiones</a:t>
            </a:r>
            <a:r>
              <a:rPr sz="2500" dirty="0"/>
              <a:t> y </a:t>
            </a:r>
            <a:r>
              <a:rPr sz="2500" dirty="0" err="1"/>
              <a:t>acuerdos</a:t>
            </a:r>
            <a:r>
              <a:rPr sz="2500" dirty="0"/>
              <a:t>.</a:t>
            </a:r>
          </a:p>
          <a:p>
            <a:r>
              <a:rPr sz="2500" dirty="0" err="1"/>
              <a:t>Disposición</a:t>
            </a:r>
            <a:r>
              <a:rPr sz="2500" dirty="0"/>
              <a:t> final: </a:t>
            </a:r>
            <a:r>
              <a:rPr sz="2500" dirty="0" err="1"/>
              <a:t>Conservación</a:t>
            </a:r>
            <a:r>
              <a:rPr sz="2500" dirty="0"/>
              <a:t> total.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Memorando interno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500" dirty="0" err="1"/>
              <a:t>Valoración</a:t>
            </a:r>
            <a:r>
              <a:rPr sz="2500" dirty="0"/>
              <a:t>: </a:t>
            </a:r>
            <a:r>
              <a:rPr sz="2500" dirty="0" err="1"/>
              <a:t>Administrativa</a:t>
            </a:r>
            <a:r>
              <a:rPr sz="2500" dirty="0"/>
              <a:t>.</a:t>
            </a:r>
          </a:p>
          <a:p>
            <a:r>
              <a:rPr sz="2500" dirty="0" err="1"/>
              <a:t>Justificación</a:t>
            </a:r>
            <a:r>
              <a:rPr sz="2500" dirty="0"/>
              <a:t>: </a:t>
            </a:r>
            <a:r>
              <a:rPr sz="2500" dirty="0" err="1"/>
              <a:t>Comunicación</a:t>
            </a:r>
            <a:r>
              <a:rPr sz="2500" dirty="0"/>
              <a:t> interna </a:t>
            </a:r>
            <a:r>
              <a:rPr sz="2500" dirty="0" err="1"/>
              <a:t>operativa</a:t>
            </a:r>
            <a:r>
              <a:rPr sz="2500" dirty="0"/>
              <a:t>.</a:t>
            </a:r>
          </a:p>
          <a:p>
            <a:r>
              <a:rPr sz="2500" dirty="0" err="1"/>
              <a:t>Disposición</a:t>
            </a:r>
            <a:r>
              <a:rPr sz="2500" dirty="0"/>
              <a:t> final: </a:t>
            </a:r>
            <a:r>
              <a:rPr sz="2500" dirty="0" err="1"/>
              <a:t>Eliminación</a:t>
            </a:r>
            <a:r>
              <a:rPr sz="2500" dirty="0"/>
              <a:t> </a:t>
            </a:r>
            <a:r>
              <a:rPr sz="2500" dirty="0" err="1"/>
              <a:t>después</a:t>
            </a:r>
            <a:r>
              <a:rPr sz="2500" dirty="0"/>
              <a:t> de </a:t>
            </a:r>
            <a:r>
              <a:rPr sz="2500" dirty="0" err="1"/>
              <a:t>cumplir</a:t>
            </a:r>
            <a:r>
              <a:rPr sz="2500" dirty="0"/>
              <a:t> </a:t>
            </a:r>
            <a:r>
              <a:rPr sz="2500" dirty="0" err="1"/>
              <a:t>su</a:t>
            </a:r>
            <a:r>
              <a:rPr sz="2500" dirty="0"/>
              <a:t> </a:t>
            </a:r>
            <a:r>
              <a:rPr sz="2500" dirty="0" err="1"/>
              <a:t>función</a:t>
            </a:r>
            <a:r>
              <a:rPr sz="2500" dirty="0"/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Historia laboral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2500" dirty="0"/>
              <a:t>Valoración: Legal, administrativa e histórica.</a:t>
            </a:r>
          </a:p>
          <a:p>
            <a:r>
              <a:rPr lang="es-ES" sz="2500" dirty="0"/>
              <a:t>Justificación: Soporta la vida laboral del empleado.</a:t>
            </a:r>
          </a:p>
          <a:p>
            <a:r>
              <a:rPr lang="es-ES" sz="2500" dirty="0"/>
              <a:t>Disposición final: Conservación total.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Informe financiero anual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500" dirty="0" err="1"/>
              <a:t>Valoración</a:t>
            </a:r>
            <a:r>
              <a:rPr sz="2500" dirty="0"/>
              <a:t>: Fiscal, </a:t>
            </a:r>
            <a:r>
              <a:rPr sz="2500" dirty="0" err="1"/>
              <a:t>administrativa</a:t>
            </a:r>
            <a:r>
              <a:rPr sz="2500" dirty="0"/>
              <a:t> e </a:t>
            </a:r>
            <a:r>
              <a:rPr sz="2500" dirty="0" err="1"/>
              <a:t>histórica</a:t>
            </a:r>
            <a:r>
              <a:rPr sz="2500" dirty="0"/>
              <a:t>.</a:t>
            </a:r>
          </a:p>
          <a:p>
            <a:r>
              <a:rPr sz="2500" dirty="0" err="1"/>
              <a:t>Justificación</a:t>
            </a:r>
            <a:r>
              <a:rPr sz="2500" dirty="0"/>
              <a:t>: </a:t>
            </a:r>
            <a:r>
              <a:rPr sz="2500" dirty="0" err="1"/>
              <a:t>Evidencia</a:t>
            </a:r>
            <a:r>
              <a:rPr sz="2500" dirty="0"/>
              <a:t> </a:t>
            </a:r>
            <a:r>
              <a:rPr sz="2500" dirty="0" err="1"/>
              <a:t>gestión</a:t>
            </a:r>
            <a:r>
              <a:rPr sz="2500" dirty="0"/>
              <a:t> </a:t>
            </a:r>
            <a:r>
              <a:rPr sz="2500" dirty="0" err="1"/>
              <a:t>económica</a:t>
            </a:r>
            <a:r>
              <a:rPr sz="2500" dirty="0"/>
              <a:t>.</a:t>
            </a:r>
          </a:p>
          <a:p>
            <a:r>
              <a:rPr sz="2500" dirty="0" err="1"/>
              <a:t>Disposición</a:t>
            </a:r>
            <a:r>
              <a:rPr sz="2500" dirty="0"/>
              <a:t> final: </a:t>
            </a:r>
            <a:r>
              <a:rPr sz="2500" dirty="0" err="1"/>
              <a:t>Conservación</a:t>
            </a:r>
            <a:r>
              <a:rPr sz="2500" dirty="0"/>
              <a:t> total.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500" dirty="0"/>
              <a:t>La </a:t>
            </a:r>
            <a:r>
              <a:rPr sz="2500" dirty="0" err="1"/>
              <a:t>correcta</a:t>
            </a:r>
            <a:r>
              <a:rPr sz="2500" dirty="0"/>
              <a:t> </a:t>
            </a:r>
            <a:r>
              <a:rPr sz="2500" dirty="0" err="1"/>
              <a:t>valoración</a:t>
            </a:r>
            <a:r>
              <a:rPr sz="2500" dirty="0"/>
              <a:t> documental </a:t>
            </a:r>
            <a:r>
              <a:rPr sz="2500" dirty="0" err="1"/>
              <a:t>permite</a:t>
            </a:r>
            <a:r>
              <a:rPr sz="2500" dirty="0"/>
              <a:t> </a:t>
            </a:r>
            <a:r>
              <a:rPr sz="2500" dirty="0" err="1"/>
              <a:t>definir</a:t>
            </a:r>
            <a:r>
              <a:rPr sz="2500" dirty="0"/>
              <a:t> </a:t>
            </a:r>
            <a:r>
              <a:rPr sz="2500" dirty="0" err="1"/>
              <a:t>el</a:t>
            </a:r>
            <a:r>
              <a:rPr sz="2500" dirty="0"/>
              <a:t> </a:t>
            </a:r>
            <a:r>
              <a:rPr sz="2500" dirty="0" err="1"/>
              <a:t>destino</a:t>
            </a:r>
            <a:r>
              <a:rPr sz="2500" dirty="0"/>
              <a:t> final de </a:t>
            </a:r>
            <a:r>
              <a:rPr sz="2500" dirty="0" err="1"/>
              <a:t>los</a:t>
            </a:r>
            <a:r>
              <a:rPr sz="2500" dirty="0"/>
              <a:t> </a:t>
            </a:r>
            <a:r>
              <a:rPr sz="2500" dirty="0" err="1"/>
              <a:t>documentos</a:t>
            </a:r>
            <a:r>
              <a:rPr sz="2500" dirty="0"/>
              <a:t>, </a:t>
            </a:r>
            <a:r>
              <a:rPr sz="2500" dirty="0" err="1"/>
              <a:t>garantizando</a:t>
            </a:r>
            <a:r>
              <a:rPr sz="2500" dirty="0"/>
              <a:t> </a:t>
            </a:r>
            <a:r>
              <a:rPr sz="2500" dirty="0" err="1"/>
              <a:t>su</a:t>
            </a:r>
            <a:r>
              <a:rPr sz="2500" dirty="0"/>
              <a:t> </a:t>
            </a:r>
            <a:r>
              <a:rPr sz="2500" dirty="0" err="1"/>
              <a:t>conservación</a:t>
            </a:r>
            <a:r>
              <a:rPr sz="2500" dirty="0"/>
              <a:t>, </a:t>
            </a:r>
            <a:r>
              <a:rPr sz="2500" dirty="0" err="1"/>
              <a:t>eliminación</a:t>
            </a:r>
            <a:r>
              <a:rPr sz="2500" dirty="0"/>
              <a:t> o </a:t>
            </a:r>
            <a:r>
              <a:rPr sz="2500" dirty="0" err="1"/>
              <a:t>transferencia</a:t>
            </a:r>
            <a:r>
              <a:rPr sz="2500" dirty="0"/>
              <a:t>, </a:t>
            </a:r>
            <a:r>
              <a:rPr sz="2500" dirty="0" err="1"/>
              <a:t>según</a:t>
            </a:r>
            <a:r>
              <a:rPr sz="2500" dirty="0"/>
              <a:t> </a:t>
            </a:r>
            <a:r>
              <a:rPr sz="2500" dirty="0" err="1"/>
              <a:t>su</a:t>
            </a:r>
            <a:r>
              <a:rPr sz="2500" dirty="0"/>
              <a:t> </a:t>
            </a:r>
            <a:r>
              <a:rPr sz="2500" dirty="0" err="1"/>
              <a:t>importancia</a:t>
            </a:r>
            <a:r>
              <a:rPr sz="2500" dirty="0"/>
              <a:t> legal, </a:t>
            </a:r>
            <a:r>
              <a:rPr sz="2500" dirty="0" err="1"/>
              <a:t>administrativa</a:t>
            </a:r>
            <a:r>
              <a:rPr sz="2500" dirty="0"/>
              <a:t>, fiscal o </a:t>
            </a:r>
            <a:r>
              <a:rPr sz="2500" dirty="0" err="1"/>
              <a:t>histórica</a:t>
            </a:r>
            <a:r>
              <a:rPr sz="2500" dirty="0"/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a">
  <a:themeElements>
    <a:clrScheme name="Fac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189</TotalTime>
  <Words>228</Words>
  <Application>Microsoft Office PowerPoint</Application>
  <PresentationFormat>Presentación en pantalla (4:3)</PresentationFormat>
  <Paragraphs>38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Arial</vt:lpstr>
      <vt:lpstr>Trebuchet MS</vt:lpstr>
      <vt:lpstr>Wingdings 3</vt:lpstr>
      <vt:lpstr>Faceta</vt:lpstr>
      <vt:lpstr>Valoración y disposición final de los documentos</vt:lpstr>
      <vt:lpstr>Objetivo</vt:lpstr>
      <vt:lpstr>Contrato laboral</vt:lpstr>
      <vt:lpstr>Factura</vt:lpstr>
      <vt:lpstr>Acta de reunión</vt:lpstr>
      <vt:lpstr>Memorando interno</vt:lpstr>
      <vt:lpstr>Historia laboral</vt:lpstr>
      <vt:lpstr>Informe financiero anual</vt:lpstr>
      <vt:lpstr>Conclusión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MY3QU1P0</cp:lastModifiedBy>
  <cp:revision>2</cp:revision>
  <dcterms:created xsi:type="dcterms:W3CDTF">2013-01-27T09:14:16Z</dcterms:created>
  <dcterms:modified xsi:type="dcterms:W3CDTF">2026-02-11T18:40:43Z</dcterms:modified>
  <cp:category/>
</cp:coreProperties>
</file>